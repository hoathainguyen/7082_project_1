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58" r:id="rId4"/>
    <p:sldMasterId id="2147483759" r:id="rId5"/>
    <p:sldMasterId id="21474837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Sora SemiBold"/>
      <p:regular r:id="rId22"/>
      <p:bold r:id="rId23"/>
    </p:embeddedFont>
    <p:embeddedFont>
      <p:font typeface="IBM Plex Sans Medium"/>
      <p:regular r:id="rId24"/>
      <p:bold r:id="rId25"/>
      <p:italic r:id="rId26"/>
      <p:boldItalic r:id="rId27"/>
    </p:embeddedFont>
    <p:embeddedFont>
      <p:font typeface="Sora Light"/>
      <p:regular r:id="rId28"/>
      <p:bold r:id="rId29"/>
    </p:embeddedFont>
    <p:embeddedFont>
      <p:font typeface="Sora ExtraLight"/>
      <p:regular r:id="rId30"/>
      <p:bold r:id="rId31"/>
    </p:embeddedFont>
    <p:embeddedFont>
      <p:font typeface="Sora"/>
      <p:regular r:id="rId32"/>
      <p:bold r:id="rId33"/>
    </p:embeddedFont>
    <p:embeddedFont>
      <p:font typeface="Sora Medium"/>
      <p:regular r:id="rId34"/>
      <p:bold r:id="rId35"/>
    </p:embeddedFont>
    <p:embeddedFont>
      <p:font typeface="IBM Plex Sa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oraExtraLight-bold.fntdata"/><Relationship Id="rId30" Type="http://schemas.openxmlformats.org/officeDocument/2006/relationships/font" Target="fonts/SoraExtraLight-regular.fntdata"/><Relationship Id="rId33" Type="http://schemas.openxmlformats.org/officeDocument/2006/relationships/font" Target="fonts/Sora-bold.fntdata"/><Relationship Id="rId32" Type="http://schemas.openxmlformats.org/officeDocument/2006/relationships/font" Target="fonts/Sora-regular.fntdata"/><Relationship Id="rId35" Type="http://schemas.openxmlformats.org/officeDocument/2006/relationships/font" Target="fonts/SoraMedium-bold.fntdata"/><Relationship Id="rId34" Type="http://schemas.openxmlformats.org/officeDocument/2006/relationships/font" Target="fonts/SoraMedium-regular.fntdata"/><Relationship Id="rId37" Type="http://schemas.openxmlformats.org/officeDocument/2006/relationships/font" Target="fonts/IBMPlexSansSemiBold-bold.fntdata"/><Relationship Id="rId36" Type="http://schemas.openxmlformats.org/officeDocument/2006/relationships/font" Target="fonts/IBMPlexSansSemiBold-regular.fntdata"/><Relationship Id="rId39" Type="http://schemas.openxmlformats.org/officeDocument/2006/relationships/font" Target="fonts/IBMPlexSansSemiBold-boldItalic.fntdata"/><Relationship Id="rId38" Type="http://schemas.openxmlformats.org/officeDocument/2006/relationships/font" Target="fonts/IBMPlexSansSemiBold-italic.fntdata"/><Relationship Id="rId20" Type="http://schemas.openxmlformats.org/officeDocument/2006/relationships/font" Target="fonts/IBMPlexSans-italic.fntdata"/><Relationship Id="rId22" Type="http://schemas.openxmlformats.org/officeDocument/2006/relationships/font" Target="fonts/SoraSemiBold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IBMPlexSansMedium-regular.fntdata"/><Relationship Id="rId23" Type="http://schemas.openxmlformats.org/officeDocument/2006/relationships/font" Target="fonts/SoraSemiBold-bold.fntdata"/><Relationship Id="rId26" Type="http://schemas.openxmlformats.org/officeDocument/2006/relationships/font" Target="fonts/IBMPlexSansMedium-italic.fntdata"/><Relationship Id="rId25" Type="http://schemas.openxmlformats.org/officeDocument/2006/relationships/font" Target="fonts/IBMPlexSansMedium-bold.fntdata"/><Relationship Id="rId28" Type="http://schemas.openxmlformats.org/officeDocument/2006/relationships/font" Target="fonts/SoraLight-regular.fntdata"/><Relationship Id="rId27" Type="http://schemas.openxmlformats.org/officeDocument/2006/relationships/font" Target="fonts/IBMPlexSansMedium-boldItalic.fntdata"/><Relationship Id="rId29" Type="http://schemas.openxmlformats.org/officeDocument/2006/relationships/font" Target="fonts/SoraLight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g3a9711c9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8" name="Google Shape;1828;g3a9711c9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3a983060be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6" name="Google Shape;1836;g3a983060be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353535"/>
                </a:solidFill>
                <a:latin typeface="Sora Light"/>
                <a:ea typeface="Sora Light"/>
                <a:cs typeface="Sora Light"/>
                <a:sym typeface="Sora Light"/>
              </a:rPr>
              <a:t>[BRIAN]</a:t>
            </a:r>
            <a:endParaRPr sz="1000">
              <a:solidFill>
                <a:srgbClr val="353535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353535"/>
                </a:solidFill>
                <a:latin typeface="Sora Light"/>
                <a:ea typeface="Sora Light"/>
                <a:cs typeface="Sora Light"/>
                <a:sym typeface="Sora Light"/>
              </a:rPr>
              <a:t>Existing tools don’t always provide smart insights or flexible collaboration.</a:t>
            </a:r>
            <a:endParaRPr sz="1000">
              <a:solidFill>
                <a:srgbClr val="353535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rgbClr val="353535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353535"/>
                </a:solidFill>
                <a:latin typeface="Sora Light"/>
                <a:ea typeface="Sora Light"/>
                <a:cs typeface="Sora Light"/>
                <a:sym typeface="Sora Light"/>
              </a:rPr>
              <a:t>A collaborative scheduling platform that simplifies availability sharing, optimizes meeting times, and reduces scheduling conflicts.</a:t>
            </a:r>
            <a:endParaRPr sz="1000">
              <a:solidFill>
                <a:srgbClr val="353535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353535"/>
                </a:solidFill>
                <a:latin typeface="Sora Light"/>
                <a:ea typeface="Sora Light"/>
                <a:cs typeface="Sora Light"/>
                <a:sym typeface="Sora Light"/>
              </a:rPr>
              <a:t>Focused on ease of use, smart suggestions, and data-driven insights</a:t>
            </a:r>
            <a:endParaRPr sz="1000">
              <a:solidFill>
                <a:srgbClr val="353535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3a983060be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1" name="Google Shape;1841;g3a983060be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3a9bb71366d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3a9bb71366d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3a9711c9ad7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3a9711c9ad7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explaining don’t forget to highlight how the application fulfills the projects objectives and requirements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g3a983060be3_0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g3a983060be3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a9711c9ad7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3a9711c9ad7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3a98c53bf1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3a98c53bf1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g3a98c53bf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2" name="Google Shape;1902;g3a98c53bf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3a9711c9ad7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3a9711c9ad7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 1">
  <p:cSld name="BLANK_1_1_1_1_2_1">
    <p:bg>
      <p:bgPr>
        <a:solidFill>
          <a:schemeClr val="lt1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3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1" name="Google Shape;931;p63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2" name="Google Shape;932;p63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3" name="Google Shape;933;p63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35" name="Google Shape;935;p63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936" name="Google Shape;936;p63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63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938" name="Google Shape;938;p63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39" name="Google Shape;939;p63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0" name="Google Shape;940;p63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1" name="Google Shape;941;p63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942" name="Google Shape;942;p63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43" name="Google Shape;943;p63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944" name="Google Shape;944;p63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45" name="Google Shape;945;p63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46" name="Google Shape;946;p63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5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53" name="Google Shape;953;p65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4" name="Google Shape;954;p65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55" name="Google Shape;955;p65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956" name="Google Shape;956;p65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957" name="Google Shape;957;p65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958" name="Google Shape;958;p65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959" name="Google Shape;959;p65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960" name="Google Shape;960;p6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61" name="Google Shape;961;p6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2" name="Google Shape;962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3" name="Google Shape;963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4" name="Google Shape;964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5" name="Google Shape;965;p65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966" name="Google Shape;966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7" name="Google Shape;967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8" name="Google Shape;968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9" name="Google Shape;969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70" name="Google Shape;970;p6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71" name="Google Shape;971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2" name="Google Shape;972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3" name="Google Shape;973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4" name="Google Shape;974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75" name="Google Shape;975;p65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976" name="Google Shape;976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7" name="Google Shape;977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78" name="Google Shape;978;p65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79" name="Google Shape;979;p65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981;p66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982" name="Google Shape;982;p6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83" name="Google Shape;983;p6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84" name="Google Shape;984;p6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5" name="Google Shape;985;p6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6" name="Google Shape;986;p6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7" name="Google Shape;987;p6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8" name="Google Shape;988;p6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9" name="Google Shape;989;p6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0" name="Google Shape;990;p6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1" name="Google Shape;991;p6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2" name="Google Shape;992;p6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3" name="Google Shape;993;p6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4" name="Google Shape;994;p6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95" name="Google Shape;995;p6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6" name="Google Shape;996;p6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7" name="Google Shape;997;p6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8" name="Google Shape;998;p6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9" name="Google Shape;999;p6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0" name="Google Shape;1000;p6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01" name="Google Shape;1001;p6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02" name="Google Shape;1002;p6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3" name="Google Shape;1003;p6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4" name="Google Shape;1004;p6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5" name="Google Shape;1005;p6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6" name="Google Shape;1006;p6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07" name="Google Shape;1007;p6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08" name="Google Shape;1008;p66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9" name="Google Shape;1009;p66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0" name="Google Shape;1010;p66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1" name="Google Shape;1011;p66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2" name="Google Shape;1012;p66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13" name="Google Shape;1013;p6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4" name="Google Shape;1014;p66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015" name="Google Shape;1015;p6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7" name="Google Shape;1017;p67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018" name="Google Shape;1018;p6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019" name="Google Shape;1019;p6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20" name="Google Shape;1020;p6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1" name="Google Shape;1021;p6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2" name="Google Shape;1022;p6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3" name="Google Shape;1023;p6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4" name="Google Shape;1024;p6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25" name="Google Shape;1025;p6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26" name="Google Shape;1026;p6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7" name="Google Shape;1027;p6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8" name="Google Shape;1028;p6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9" name="Google Shape;1029;p6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0" name="Google Shape;1030;p6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31" name="Google Shape;1031;p6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32" name="Google Shape;1032;p6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3" name="Google Shape;1033;p6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4" name="Google Shape;1034;p6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5" name="Google Shape;1035;p6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6" name="Google Shape;1036;p6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37" name="Google Shape;1037;p6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38" name="Google Shape;1038;p6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9" name="Google Shape;1039;p6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0" name="Google Shape;1040;p6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1" name="Google Shape;1041;p6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2" name="Google Shape;1042;p6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43" name="Google Shape;1043;p6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44" name="Google Shape;1044;p6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45" name="Google Shape;1045;p67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6" name="Google Shape;1046;p67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7" name="Google Shape;1047;p67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8" name="Google Shape;1048;p67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49" name="Google Shape;1049;p67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50" name="Google Shape;1050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oogle Shape;1052;p68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053" name="Google Shape;1053;p68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054" name="Google Shape;1054;p68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5" name="Google Shape;1055;p6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6" name="Google Shape;1056;p6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7" name="Google Shape;1057;p6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8" name="Google Shape;1058;p6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9" name="Google Shape;1059;p6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60" name="Google Shape;1060;p68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61" name="Google Shape;1061;p6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2" name="Google Shape;1062;p6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3" name="Google Shape;1063;p6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4" name="Google Shape;1064;p6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5" name="Google Shape;1065;p6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66" name="Google Shape;1066;p68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67" name="Google Shape;1067;p6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8" name="Google Shape;1068;p6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9" name="Google Shape;1069;p6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0" name="Google Shape;1070;p6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1" name="Google Shape;1071;p6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72" name="Google Shape;1072;p68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73" name="Google Shape;1073;p6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4" name="Google Shape;1074;p6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5" name="Google Shape;1075;p6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6" name="Google Shape;1076;p6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7" name="Google Shape;1077;p6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78" name="Google Shape;1078;p68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079" name="Google Shape;1079;p68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080" name="Google Shape;1080;p68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081" name="Google Shape;1081;p68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2" name="Google Shape;1082;p68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3" name="Google Shape;1083;p68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4" name="Google Shape;1084;p68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85" name="Google Shape;1085;p68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086" name="Google Shape;1086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7" name="Google Shape;1087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8" name="Google Shape;1088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9" name="Google Shape;1089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90" name="Google Shape;1090;p68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091" name="Google Shape;1091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92" name="Google Shape;1092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93" name="Google Shape;1093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94" name="Google Shape;1094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95" name="Google Shape;1095;p68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096" name="Google Shape;1096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97" name="Google Shape;1097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98" name="Google Shape;1098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99" name="Google Shape;1099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100" name="Google Shape;1100;p68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101" name="Google Shape;1101;p68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102" name="Google Shape;1102;p68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103" name="Google Shape;1103;p68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104" name="Google Shape;1104;p6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05" name="Google Shape;1105;p68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06" name="Google Shape;1106;p68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07" name="Google Shape;1107;p68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9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10" name="Google Shape;1110;p69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11" name="Google Shape;1111;p69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12" name="Google Shape;1112;p69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13" name="Google Shape;1113;p69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114" name="Google Shape;1114;p69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115" name="Google Shape;1115;p69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6" name="Google Shape;1116;p69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7" name="Google Shape;1117;p69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18" name="Google Shape;1118;p69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19" name="Google Shape;1119;p69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20" name="Google Shape;1120;p69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121" name="Google Shape;1121;p69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122" name="Google Shape;1122;p69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123" name="Google Shape;1123;p69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24" name="Google Shape;1124;p69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25" name="Google Shape;1125;p69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70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8" name="Google Shape;1128;p70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9" name="Google Shape;1129;p70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0" name="Google Shape;1130;p7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31" name="Google Shape;1131;p70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132" name="Google Shape;1132;p7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33" name="Google Shape;1133;p7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71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136" name="Google Shape;1136;p71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137" name="Google Shape;1137;p71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138" name="Google Shape;1138;p71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139" name="Google Shape;1139;p71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0" name="Google Shape;1140;p7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1" name="Google Shape;1141;p7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2" name="Google Shape;1142;p7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3" name="Google Shape;1143;p7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44" name="Google Shape;1144;p71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1145" name="Google Shape;1145;p71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6" name="Google Shape;1146;p7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7" name="Google Shape;1147;p7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8" name="Google Shape;1148;p7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9" name="Google Shape;1149;p7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150" name="Google Shape;1150;p71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51" name="Google Shape;1151;p71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2" name="Google Shape;1152;p71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3" name="Google Shape;1153;p71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4" name="Google Shape;1154;p71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55" name="Google Shape;1155;p71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56" name="Google Shape;1156;p7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2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9" name="Google Shape;1159;p72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0" name="Google Shape;1160;p72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1161" name="Google Shape;1161;p72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62" name="Google Shape;1162;p72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4" name="Google Shape;1164;p73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1165" name="Google Shape;1165;p7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166" name="Google Shape;1166;p7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67" name="Google Shape;1167;p7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68" name="Google Shape;1168;p7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69" name="Google Shape;1169;p7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0" name="Google Shape;1170;p7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71" name="Google Shape;1171;p7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172" name="Google Shape;1172;p7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3" name="Google Shape;1173;p7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4" name="Google Shape;1174;p7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5" name="Google Shape;1175;p7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76" name="Google Shape;1176;p7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177" name="Google Shape;1177;p7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8" name="Google Shape;1178;p7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9" name="Google Shape;1179;p7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0" name="Google Shape;1180;p7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81" name="Google Shape;1181;p7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82" name="Google Shape;1182;p73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83" name="Google Shape;1183;p7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7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86" name="Google Shape;1186;p74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1187" name="Google Shape;1187;p74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1188" name="Google Shape;1188;p74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89" name="Google Shape;1189;p74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90" name="Google Shape;1190;p74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91" name="Google Shape;1191;p74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2" name="Google Shape;1192;p74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3" name="Google Shape;1193;p74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4" name="Google Shape;1194;p74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5" name="Google Shape;1195;p74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6" name="Google Shape;1196;p74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97" name="Google Shape;1197;p74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1198" name="Google Shape;1198;p74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199" name="Google Shape;1199;p74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200" name="Google Shape;1200;p74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75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03" name="Google Shape;1203;p75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1204" name="Google Shape;1204;p75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205" name="Google Shape;1205;p75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206" name="Google Shape;1206;p75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7" name="Google Shape;1207;p75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8" name="Google Shape;1208;p75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9" name="Google Shape;1209;p75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0" name="Google Shape;1210;p75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1" name="Google Shape;1211;p75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2" name="Google Shape;1212;p75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13" name="Google Shape;1213;p75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14" name="Google Shape;1214;p75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15" name="Google Shape;1215;p75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216" name="Google Shape;1216;p75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17" name="Google Shape;1217;p75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76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220" name="Google Shape;1220;p76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1221" name="Google Shape;1221;p76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222" name="Google Shape;1222;p76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1223" name="Google Shape;1223;p76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4" name="Google Shape;1224;p76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5" name="Google Shape;1225;p76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6" name="Google Shape;1226;p76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7" name="Google Shape;1227;p76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1228" name="Google Shape;1228;p76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9" name="Google Shape;1229;p76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77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32" name="Google Shape;1232;p77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233" name="Google Shape;1233;p77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1234" name="Google Shape;1234;p77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1235" name="Google Shape;1235;p7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36" name="Google Shape;1236;p7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37" name="Google Shape;1237;p7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38" name="Google Shape;1238;p77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239" name="Google Shape;1239;p77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1240" name="Google Shape;1240;p7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41" name="Google Shape;1241;p7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42" name="Google Shape;1242;p7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43" name="Google Shape;1243;p77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244" name="Google Shape;1244;p77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1245" name="Google Shape;1245;p7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46" name="Google Shape;1246;p7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47" name="Google Shape;1247;p7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48" name="Google Shape;1248;p77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249" name="Google Shape;1249;p77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1250" name="Google Shape;1250;p77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251" name="Google Shape;1251;p77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2" name="Google Shape;1252;p77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53" name="Google Shape;1253;p7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54" name="Google Shape;1254;p7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78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57" name="Google Shape;1257;p7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58" name="Google Shape;1258;p78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9" name="Google Shape;1259;p7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62" name="Google Shape;1262;p7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63" name="Google Shape;1263;p79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64" name="Google Shape;1264;p79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65" name="Google Shape;1265;p79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66" name="Google Shape;1266;p79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67" name="Google Shape;1267;p79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68" name="Google Shape;1268;p79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69" name="Google Shape;1269;p7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70" name="Google Shape;1270;p7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71" name="Google Shape;1271;p7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72" name="Google Shape;1272;p79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73" name="Google Shape;1273;p79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74" name="Google Shape;1274;p79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75" name="Google Shape;1275;p79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76" name="Google Shape;1276;p79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77" name="Google Shape;1277;p79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1278" name="Google Shape;1278;p79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1279" name="Google Shape;1279;p79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1280" name="Google Shape;1280;p79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281" name="Google Shape;1281;p7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80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4" name="Google Shape;1284;p80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85" name="Google Shape;1285;p80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86" name="Google Shape;1286;p80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87" name="Google Shape;1287;p80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88" name="Google Shape;1288;p80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89" name="Google Shape;1289;p80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90" name="Google Shape;1290;p80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91" name="Google Shape;1291;p80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2" name="Google Shape;1292;p80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3" name="Google Shape;1293;p80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94" name="Google Shape;1294;p80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5" name="Google Shape;1295;p80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6" name="Google Shape;1296;p80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7" name="Google Shape;1297;p80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8" name="Google Shape;1298;p80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9" name="Google Shape;1299;p80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0" name="Google Shape;1300;p80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1" name="Google Shape;1301;p80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2" name="Google Shape;1302;p80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3" name="Google Shape;1303;p80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81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06" name="Google Shape;1306;p81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07" name="Google Shape;1307;p81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308" name="Google Shape;1308;p81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1309" name="Google Shape;1309;p8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310" name="Google Shape;1310;p8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1" name="Google Shape;1311;p8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2" name="Google Shape;1312;p8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3" name="Google Shape;1313;p8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4" name="Google Shape;1314;p8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315" name="Google Shape;1315;p8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316" name="Google Shape;1316;p8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7" name="Google Shape;1317;p8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8" name="Google Shape;1318;p8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19" name="Google Shape;1319;p8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320" name="Google Shape;1320;p8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321" name="Google Shape;1321;p8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22" name="Google Shape;1322;p8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23" name="Google Shape;1323;p8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24" name="Google Shape;1324;p8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325" name="Google Shape;1325;p81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26" name="Google Shape;1326;p81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27" name="Google Shape;1327;p81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328" name="Google Shape;1328;p81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81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330" name="Google Shape;1330;p81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31" name="Google Shape;1331;p81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32" name="Google Shape;1332;p81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33" name="Google Shape;1333;p81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334" name="Google Shape;1334;p81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35" name="Google Shape;1335;p81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36" name="Google Shape;1336;p81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37" name="Google Shape;1337;p81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8" name="Google Shape;1338;p81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82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41" name="Google Shape;1341;p82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42" name="Google Shape;1342;p82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43" name="Google Shape;1343;p82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44" name="Google Shape;1344;p82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45" name="Google Shape;1345;p82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46" name="Google Shape;1346;p82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47" name="Google Shape;1347;p82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48" name="Google Shape;1348;p82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49" name="Google Shape;1349;p82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50" name="Google Shape;1350;p82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51" name="Google Shape;1351;p82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52" name="Google Shape;1352;p82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53" name="Google Shape;1353;p82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54" name="Google Shape;1354;p82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55" name="Google Shape;1355;p82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56" name="Google Shape;1356;p82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357" name="Google Shape;1357;p82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83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360" name="Google Shape;1360;p83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1361" name="Google Shape;1361;p83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62" name="Google Shape;1362;p8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63" name="Google Shape;1363;p83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64" name="Google Shape;1364;p83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65" name="Google Shape;1365;p83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66" name="Google Shape;1366;p83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67" name="Google Shape;1367;p83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68" name="Google Shape;1368;p83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69" name="Google Shape;1369;p83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70" name="Google Shape;1370;p83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71" name="Google Shape;1371;p83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372" name="Google Shape;1372;p83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73" name="Google Shape;1373;p83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5" name="Google Shape;1375;p8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1376" name="Google Shape;1376;p8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377" name="Google Shape;1377;p8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78" name="Google Shape;1378;p8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79" name="Google Shape;1379;p8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80" name="Google Shape;1380;p8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81" name="Google Shape;1381;p8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382" name="Google Shape;1382;p8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383" name="Google Shape;1383;p8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84" name="Google Shape;1384;p8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85" name="Google Shape;1385;p8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86" name="Google Shape;1386;p8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387" name="Google Shape;1387;p8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388" name="Google Shape;1388;p8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89" name="Google Shape;1389;p8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90" name="Google Shape;1390;p8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391" name="Google Shape;1391;p8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392" name="Google Shape;1392;p8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93" name="Google Shape;1393;p8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94" name="Google Shape;1394;p8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95" name="Google Shape;1395;p84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96" name="Google Shape;1396;p8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397" name="Google Shape;1397;p8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1398" name="Google Shape;1398;p8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0" name="Google Shape;1400;p85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1401" name="Google Shape;1401;p85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402" name="Google Shape;1402;p85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3" name="Google Shape;1403;p85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4" name="Google Shape;1404;p85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5" name="Google Shape;1405;p85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6" name="Google Shape;1406;p85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07" name="Google Shape;1407;p85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408" name="Google Shape;1408;p8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9" name="Google Shape;1409;p8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0" name="Google Shape;1410;p8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1" name="Google Shape;1411;p85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12" name="Google Shape;1412;p85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413" name="Google Shape;1413;p8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4" name="Google Shape;1414;p8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5" name="Google Shape;1415;p8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6" name="Google Shape;1416;p85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417" name="Google Shape;1417;p85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18" name="Google Shape;1418;p85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19" name="Google Shape;1419;p85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420" name="Google Shape;1420;p85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1421" name="Google Shape;1421;p85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85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85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4" name="Google Shape;1424;p85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425" name="Google Shape;1425;p85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426" name="Google Shape;1426;p85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427" name="Google Shape;1427;p85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428" name="Google Shape;1428;p85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429" name="Google Shape;1429;p85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430" name="Google Shape;1430;p85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431" name="Google Shape;1431;p85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32" name="Google Shape;1432;p85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433" name="Google Shape;1433;p85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434" name="Google Shape;1434;p85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35" name="Google Shape;1435;p85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" name="Google Shape;1437;p86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1438" name="Google Shape;1438;p86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1439" name="Google Shape;1439;p86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1440" name="Google Shape;1440;p86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1" name="Google Shape;1441;p86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2" name="Google Shape;1442;p86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3" name="Google Shape;1443;p86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4" name="Google Shape;1444;p86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45" name="Google Shape;1445;p8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46" name="Google Shape;1446;p8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7" name="Google Shape;1447;p8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8" name="Google Shape;1448;p8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9" name="Google Shape;1449;p8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0" name="Google Shape;1450;p8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51" name="Google Shape;1451;p86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1452" name="Google Shape;1452;p86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3" name="Google Shape;1453;p8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4" name="Google Shape;1454;p8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5" name="Google Shape;1455;p8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6" name="Google Shape;1456;p8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57" name="Google Shape;1457;p8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58" name="Google Shape;1458;p8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9" name="Google Shape;1459;p8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0" name="Google Shape;1460;p8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1" name="Google Shape;1461;p8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2" name="Google Shape;1462;p86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463" name="Google Shape;1463;p86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1464" name="Google Shape;1464;p8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465" name="Google Shape;1465;p8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66" name="Google Shape;1466;p8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7" name="Google Shape;1467;p8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8" name="Google Shape;1468;p8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9" name="Google Shape;1469;p8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0" name="Google Shape;1470;p8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71" name="Google Shape;1471;p8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72" name="Google Shape;1472;p8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3" name="Google Shape;1473;p8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4" name="Google Shape;1474;p8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5" name="Google Shape;1475;p8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6" name="Google Shape;1476;p8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77" name="Google Shape;1477;p8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78" name="Google Shape;1478;p8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9" name="Google Shape;1479;p8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0" name="Google Shape;1480;p8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1" name="Google Shape;1481;p8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2" name="Google Shape;1482;p8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83" name="Google Shape;1483;p8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84" name="Google Shape;1484;p8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5" name="Google Shape;1485;p8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6" name="Google Shape;1486;p8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7" name="Google Shape;1487;p8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8" name="Google Shape;1488;p8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89" name="Google Shape;1489;p8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90" name="Google Shape;1490;p86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1" name="Google Shape;1491;p86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2" name="Google Shape;1492;p86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93" name="Google Shape;1493;p86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94" name="Google Shape;1494;p8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95" name="Google Shape;1495;p86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96" name="Google Shape;1496;p86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97" name="Google Shape;1497;p86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98" name="Google Shape;1498;p86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99" name="Google Shape;1499;p86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00" name="Google Shape;1500;p86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01" name="Google Shape;1501;p86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02" name="Google Shape;1502;p86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03" name="Google Shape;1503;p86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04" name="Google Shape;1504;p86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05" name="Google Shape;1505;p86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06" name="Google Shape;1506;p86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87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9" name="Google Shape;1509;p87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1510" name="Google Shape;1510;p87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1" name="Google Shape;1511;p87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2" name="Google Shape;1512;p87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3" name="Google Shape;1513;p87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4" name="Google Shape;1514;p87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5" name="Google Shape;1515;p87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516" name="Google Shape;1516;p87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17" name="Google Shape;1517;p87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8" name="Google Shape;1518;p87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9" name="Google Shape;1519;p87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20" name="Google Shape;1520;p87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21" name="Google Shape;1521;p87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22" name="Google Shape;1522;p87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23" name="Google Shape;1523;p87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24" name="Google Shape;1524;p87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25" name="Google Shape;1525;p87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88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8" name="Google Shape;1528;p88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9" name="Google Shape;1529;p88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0" name="Google Shape;1530;p88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531" name="Google Shape;1531;p88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532" name="Google Shape;1532;p8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33" name="Google Shape;1533;p88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534" name="Google Shape;1534;p88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" name="Google Shape;1536;p89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1537" name="Google Shape;1537;p89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1538" name="Google Shape;1538;p89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539" name="Google Shape;1539;p89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540" name="Google Shape;1540;p8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541" name="Google Shape;1541;p89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1542" name="Google Shape;1542;p8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543" name="Google Shape;1543;p8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544" name="Google Shape;1544;p8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545" name="Google Shape;1545;p89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1546" name="Google Shape;1546;p89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547" name="Google Shape;1547;p8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548" name="Google Shape;1548;p8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549" name="Google Shape;1549;p89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1550" name="Google Shape;1550;p89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551" name="Google Shape;1551;p8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1552" name="Google Shape;1552;p89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1553" name="Google Shape;1553;p8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54" name="Google Shape;1554;p89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55" name="Google Shape;1555;p89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56" name="Google Shape;1556;p89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7" name="Google Shape;1557;p89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58" name="Google Shape;1558;p89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59" name="Google Shape;1559;p89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60" name="Google Shape;1560;p89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61" name="Google Shape;1561;p89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62" name="Google Shape;1562;p89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63" name="Google Shape;1563;p89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564" name="Google Shape;1564;p89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6" name="Google Shape;1566;p90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1567" name="Google Shape;1567;p90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568" name="Google Shape;1568;p90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1569" name="Google Shape;1569;p9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70" name="Google Shape;1570;p90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571" name="Google Shape;1571;p90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572" name="Google Shape;1572;p90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73" name="Google Shape;1573;p9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74" name="Google Shape;1574;p90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575" name="Google Shape;1575;p90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576" name="Google Shape;1576;p90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77" name="Google Shape;1577;p9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578" name="Google Shape;1578;p90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579" name="Google Shape;1579;p90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80" name="Google Shape;1580;p90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81" name="Google Shape;1581;p90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82" name="Google Shape;1582;p90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83" name="Google Shape;1583;p90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84" name="Google Shape;1584;p90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85" name="Google Shape;1585;p90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86" name="Google Shape;1586;p90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87" name="Google Shape;1587;p90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588" name="Google Shape;1588;p90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1589" name="Google Shape;1589;p90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590" name="Google Shape;1590;p90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1591" name="Google Shape;1591;p90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1592" name="Google Shape;1592;p9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93" name="Google Shape;1593;p90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1594" name="Google Shape;1594;p90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595" name="Google Shape;1595;p90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596" name="Google Shape;1596;p90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97" name="Google Shape;1597;p9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598" name="Google Shape;1598;p90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599" name="Google Shape;1599;p90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600" name="Google Shape;1600;p90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601" name="Google Shape;1601;p9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602" name="Google Shape;1602;p90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603" name="Google Shape;1603;p90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604" name="Google Shape;1604;p90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05" name="Google Shape;1605;p90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1606" name="Google Shape;1606;p90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7" name="Google Shape;1607;p90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08" name="Google Shape;1608;p90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09" name="Google Shape;1609;p90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610" name="Google Shape;1610;p90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11" name="Google Shape;1611;p90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2" name="Google Shape;1612;p90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13" name="Google Shape;1613;p90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14" name="Google Shape;1614;p90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91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17" name="Google Shape;1617;p91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18" name="Google Shape;1618;p91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19" name="Google Shape;1619;p91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1620" name="Google Shape;1620;p9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621" name="Google Shape;1621;p9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622" name="Google Shape;1622;p9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23" name="Google Shape;1623;p9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24" name="Google Shape;1624;p9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625" name="Google Shape;1625;p9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26" name="Google Shape;1626;p9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27" name="Google Shape;1627;p9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28" name="Google Shape;1628;p9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29" name="Google Shape;1629;p9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630" name="Google Shape;1630;p9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1" name="Google Shape;1631;p9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2" name="Google Shape;1632;p9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33" name="Google Shape;1633;p9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634" name="Google Shape;1634;p9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5" name="Google Shape;1635;p9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6" name="Google Shape;1636;p9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7" name="Google Shape;1637;p9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8" name="Google Shape;1638;p9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639" name="Google Shape;1639;p9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40" name="Google Shape;1640;p9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41" name="Google Shape;1641;p9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42" name="Google Shape;1642;p9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43" name="Google Shape;1643;p9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44" name="Google Shape;1644;p91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45" name="Google Shape;1645;p91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646" name="Google Shape;1646;p91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7" name="Google Shape;1647;p91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8" name="Google Shape;1648;p91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9" name="Google Shape;1649;p91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0" name="Google Shape;1650;p91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92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53" name="Google Shape;1653;p92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54" name="Google Shape;1654;p92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55" name="Google Shape;1655;p92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56" name="Google Shape;1656;p92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57" name="Google Shape;1657;p92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1658" name="Google Shape;1658;p92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59" name="Google Shape;1659;p92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660" name="Google Shape;1660;p92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661" name="Google Shape;1661;p92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62" name="Google Shape;1662;p9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63" name="Google Shape;1663;p92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664" name="Google Shape;1664;p92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65" name="Google Shape;1665;p9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66" name="Google Shape;1666;p9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67" name="Google Shape;1667;p9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68" name="Google Shape;1668;p92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669" name="Google Shape;1669;p9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70" name="Google Shape;1670;p9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71" name="Google Shape;1671;p9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72" name="Google Shape;1672;p92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673" name="Google Shape;1673;p92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74" name="Google Shape;1674;p92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75" name="Google Shape;1675;p9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76" name="Google Shape;1676;p9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77" name="Google Shape;1677;p9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678" name="Google Shape;1678;p92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79" name="Google Shape;1679;p92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0" name="Google Shape;1680;p92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1" name="Google Shape;1681;p92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2" name="Google Shape;1682;p92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83" name="Google Shape;1683;p92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84" name="Google Shape;1684;p92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85" name="Google Shape;1685;p92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686" name="Google Shape;1686;p92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7" name="Google Shape;1687;p92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8" name="Google Shape;1688;p92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9" name="Google Shape;1689;p92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0" name="Google Shape;1690;p92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91" name="Google Shape;1691;p92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93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94" name="Google Shape;1694;p93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1695" name="Google Shape;1695;p93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1696" name="Google Shape;1696;p9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97" name="Google Shape;1697;p9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98" name="Google Shape;1698;p9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99" name="Google Shape;1699;p9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00" name="Google Shape;1700;p9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01" name="Google Shape;1701;p9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2" name="Google Shape;1702;p9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03" name="Google Shape;1703;p9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04" name="Google Shape;1704;p9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05" name="Google Shape;1705;p9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06" name="Google Shape;1706;p9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07" name="Google Shape;1707;p93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1708" name="Google Shape;1708;p9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09" name="Google Shape;1709;p9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0" name="Google Shape;1710;p9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1" name="Google Shape;1711;p93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12" name="Google Shape;1712;p93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1713" name="Google Shape;1713;p9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4" name="Google Shape;1714;p9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5" name="Google Shape;1715;p9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6" name="Google Shape;1716;p9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717" name="Google Shape;1717;p9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718" name="Google Shape;1718;p93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19" name="Google Shape;1719;p93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20" name="Google Shape;1720;p93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21" name="Google Shape;1721;p93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22" name="Google Shape;1722;p93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23" name="Google Shape;1723;p93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24" name="Google Shape;1724;p93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25" name="Google Shape;1725;p93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26" name="Google Shape;1726;p93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27" name="Google Shape;1727;p93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28" name="Google Shape;1728;p93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31" name="Google Shape;1731;p9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6" name="Google Shape;1736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9" name="Google Shape;1739;p9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40" name="Google Shape;1740;p9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9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45" name="Google Shape;1745;p9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0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0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50" name="Google Shape;1750;p10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51" name="Google Shape;1751;p10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10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0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7" name="Google Shape;1757;p10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8" name="Google Shape;1758;p10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9" name="Google Shape;1759;p10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0" name="Google Shape;1760;p10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1" name="Google Shape;1761;p10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2" name="Google Shape;1762;p10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5" name="Google Shape;1765;p10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66" name="Google Shape;1766;p10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0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9" name="Google Shape;1769;p10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70" name="Google Shape;1770;p10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71" name="Google Shape;1771;p10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2" name="Google Shape;1772;p10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10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75" name="Google Shape;1775;p10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76" name="Google Shape;1776;p10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7" name="Google Shape;1777;p10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8" name="Google Shape;1778;p10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9" name="Google Shape;1779;p10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0" name="Google Shape;1780;p10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0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83" name="Google Shape;1783;p10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84" name="Google Shape;1784;p10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85" name="Google Shape;1785;p10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86" name="Google Shape;1786;p10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7" name="Google Shape;1787;p10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8" name="Google Shape;1788;p10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9" name="Google Shape;1789;p10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90" name="Google Shape;1790;p10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93" name="Google Shape;1793;p10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11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96" name="Google Shape;1796;p11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97" name="Google Shape;1797;p11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98" name="Google Shape;1798;p11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99" name="Google Shape;1799;p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00" name="Google Shape;1800;p11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1" name="Google Shape;1801;p11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1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4" name="Google Shape;1804;p11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05" name="Google Shape;1805;p11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06" name="Google Shape;1806;p11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7" name="Google Shape;1807;p11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08" name="Google Shape;1808;p11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9" name="Google Shape;1809;p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10" name="Google Shape;1810;p11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1" name="Google Shape;1811;p11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2" name="Google Shape;1812;p11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11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1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7" name="Google Shape;1817;p11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8" name="Google Shape;1818;p11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9" name="Google Shape;1819;p11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0" name="Google Shape;1820;p11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1" name="Google Shape;1821;p11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2" name="Google Shape;1822;p11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3" name="Google Shape;1823;p11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4" name="Google Shape;1824;p11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5" name="Google Shape;1825;p11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theme" Target="../theme/theme4.xml"/><Relationship Id="rId5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1.xml"/><Relationship Id="rId42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7.xml"/><Relationship Id="rId39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4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9" name="Google Shape;949;p64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950" name="Google Shape;950;p64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Team</a:t>
            </a:r>
            <a:r>
              <a:rPr lang="en" sz="1200">
                <a:latin typeface="Sora"/>
                <a:ea typeface="Sora"/>
                <a:cs typeface="Sora"/>
                <a:sym typeface="Sora"/>
              </a:rPr>
              <a:t> 4</a:t>
            </a:r>
            <a:endParaRPr sz="12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Madhav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Hoa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Brian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Clayton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31" name="Google Shape;1831;p114"/>
          <p:cNvSpPr txBox="1"/>
          <p:nvPr>
            <p:ph idx="1" type="subTitle"/>
          </p:nvPr>
        </p:nvSpPr>
        <p:spPr>
          <a:xfrm>
            <a:off x="138475" y="4526000"/>
            <a:ext cx="4922100" cy="44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ra"/>
                <a:ea typeface="Sora"/>
                <a:cs typeface="Sora"/>
                <a:sym typeface="Sora"/>
              </a:rPr>
              <a:t>Your personal scheduling companion</a:t>
            </a:r>
            <a:endParaRPr sz="1400" u="sng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32" name="Google Shape;1832;p114"/>
          <p:cNvSpPr txBox="1"/>
          <p:nvPr/>
        </p:nvSpPr>
        <p:spPr>
          <a:xfrm>
            <a:off x="124950" y="2512650"/>
            <a:ext cx="58767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rgbClr val="E3DFD6"/>
                </a:solidFill>
                <a:latin typeface="IBM Plex Sans"/>
                <a:ea typeface="IBM Plex Sans"/>
                <a:cs typeface="IBM Plex Sans"/>
                <a:sym typeface="IBM Plex Sans"/>
              </a:rPr>
              <a:t>Kairos</a:t>
            </a:r>
            <a:endParaRPr sz="5500">
              <a:solidFill>
                <a:srgbClr val="E3DFD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33" name="Google Shape;1833;p114"/>
          <p:cNvSpPr txBox="1"/>
          <p:nvPr/>
        </p:nvSpPr>
        <p:spPr>
          <a:xfrm>
            <a:off x="188275" y="3952650"/>
            <a:ext cx="363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3DFD6"/>
                </a:solidFill>
                <a:latin typeface="Sora"/>
                <a:ea typeface="Sora"/>
                <a:cs typeface="Sora"/>
                <a:sym typeface="Sora"/>
              </a:rPr>
              <a:t>The Right Time</a:t>
            </a:r>
            <a:endParaRPr sz="1600">
              <a:solidFill>
                <a:srgbClr val="E3DFD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3DFD6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8" name="Google Shape;183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9800" y="152400"/>
            <a:ext cx="4882207" cy="48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116"/>
          <p:cNvSpPr txBox="1"/>
          <p:nvPr>
            <p:ph type="title"/>
          </p:nvPr>
        </p:nvSpPr>
        <p:spPr>
          <a:xfrm>
            <a:off x="295800" y="992025"/>
            <a:ext cx="65070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Kairos?</a:t>
            </a:r>
            <a:endParaRPr/>
          </a:p>
        </p:txBody>
      </p:sp>
      <p:sp>
        <p:nvSpPr>
          <p:cNvPr id="1844" name="Google Shape;1844;p116"/>
          <p:cNvSpPr txBox="1"/>
          <p:nvPr>
            <p:ph idx="1" type="subTitle"/>
          </p:nvPr>
        </p:nvSpPr>
        <p:spPr>
          <a:xfrm>
            <a:off x="348000" y="2021875"/>
            <a:ext cx="57327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Scheduling events is disorganized, time-consuming, and tedious.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Different availability complicates scheduling.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Create an event and invite your friends.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Input your availability.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Obtain a visual of everyone’s availabilities to easily decide a date.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845" name="Google Shape;1845;p116"/>
          <p:cNvSpPr txBox="1"/>
          <p:nvPr/>
        </p:nvSpPr>
        <p:spPr>
          <a:xfrm>
            <a:off x="3452850" y="2070475"/>
            <a:ext cx="813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46" name="Google Shape;1846;p11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4</a:t>
            </a:r>
            <a:endParaRPr/>
          </a:p>
        </p:txBody>
      </p:sp>
      <p:sp>
        <p:nvSpPr>
          <p:cNvPr id="1847" name="Google Shape;1847;p1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Kairos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1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Backend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Django - Model View Template (MVT)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SQLite + Django ORM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853" name="Google Shape;1853;p1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Frontend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Alpine JS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Tailwind CSS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854" name="Google Shape;1854;p1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4</a:t>
            </a:r>
            <a:endParaRPr/>
          </a:p>
        </p:txBody>
      </p:sp>
      <p:sp>
        <p:nvSpPr>
          <p:cNvPr id="1855" name="Google Shape;1855;p117"/>
          <p:cNvSpPr txBox="1"/>
          <p:nvPr>
            <p:ph idx="3" type="title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 and Software D</a:t>
            </a:r>
            <a:r>
              <a:rPr lang="en"/>
              <a:t>esign</a:t>
            </a:r>
            <a:endParaRPr/>
          </a:p>
        </p:txBody>
      </p:sp>
      <p:sp>
        <p:nvSpPr>
          <p:cNvPr id="1856" name="Google Shape;1856;p1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Kairos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18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Kairos Demo</a:t>
            </a:r>
            <a:endParaRPr/>
          </a:p>
        </p:txBody>
      </p:sp>
      <p:sp>
        <p:nvSpPr>
          <p:cNvPr id="1862" name="Google Shape;1862;p118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Kairos</a:t>
            </a:r>
            <a:endParaRPr/>
          </a:p>
        </p:txBody>
      </p:sp>
      <p:sp>
        <p:nvSpPr>
          <p:cNvPr id="1863" name="Google Shape;1863;p11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4</a:t>
            </a:r>
            <a:endParaRPr/>
          </a:p>
        </p:txBody>
      </p:sp>
      <p:sp>
        <p:nvSpPr>
          <p:cNvPr id="1864" name="Google Shape;1864;p118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1865" name="Google Shape;1865;p118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Joining an event</a:t>
            </a:r>
            <a:endParaRPr/>
          </a:p>
        </p:txBody>
      </p:sp>
      <p:sp>
        <p:nvSpPr>
          <p:cNvPr id="1866" name="Google Shape;1866;p118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1867" name="Google Shape;1867;p118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event</a:t>
            </a:r>
            <a:endParaRPr/>
          </a:p>
        </p:txBody>
      </p:sp>
      <p:sp>
        <p:nvSpPr>
          <p:cNvPr id="1868" name="Google Shape;1868;p118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1869" name="Google Shape;1869;p118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showcase</a:t>
            </a:r>
            <a:endParaRPr/>
          </a:p>
        </p:txBody>
      </p:sp>
      <p:sp>
        <p:nvSpPr>
          <p:cNvPr id="1870" name="Google Shape;1870;p118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1871" name="Google Shape;1871;p118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Signup/Login</a:t>
            </a:r>
            <a:endParaRPr/>
          </a:p>
        </p:txBody>
      </p:sp>
      <p:sp>
        <p:nvSpPr>
          <p:cNvPr id="1872" name="Google Shape;1872;p118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1873" name="Google Shape;1873;p118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Notifications</a:t>
            </a:r>
            <a:endParaRPr/>
          </a:p>
        </p:txBody>
      </p:sp>
      <p:sp>
        <p:nvSpPr>
          <p:cNvPr id="1874" name="Google Shape;1874;p118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1875" name="Google Shape;1875;p118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Participation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1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Kairos</a:t>
            </a:r>
            <a:endParaRPr/>
          </a:p>
        </p:txBody>
      </p:sp>
      <p:sp>
        <p:nvSpPr>
          <p:cNvPr id="1881" name="Google Shape;1881;p119"/>
          <p:cNvSpPr txBox="1"/>
          <p:nvPr>
            <p:ph idx="1" type="subTitle"/>
          </p:nvPr>
        </p:nvSpPr>
        <p:spPr>
          <a:xfrm>
            <a:off x="115025" y="1607825"/>
            <a:ext cx="3759600" cy="31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Calendar Schedule API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Sora Light"/>
              <a:buChar char="-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Calendar API compatibility issues making codebase complex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ra Light"/>
              <a:buChar char="-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Resolved with pair programming &amp; shifting tasks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882" name="Google Shape;1882;p119"/>
          <p:cNvSpPr txBox="1"/>
          <p:nvPr>
            <p:ph idx="2" type="title"/>
          </p:nvPr>
        </p:nvSpPr>
        <p:spPr>
          <a:xfrm>
            <a:off x="115025" y="406250"/>
            <a:ext cx="6507000" cy="1355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 Code Implementation</a:t>
            </a:r>
            <a:endParaRPr/>
          </a:p>
        </p:txBody>
      </p:sp>
      <p:sp>
        <p:nvSpPr>
          <p:cNvPr id="1883" name="Google Shape;1883;p1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Kairos</a:t>
            </a:r>
            <a:endParaRPr/>
          </a:p>
        </p:txBody>
      </p:sp>
      <p:sp>
        <p:nvSpPr>
          <p:cNvPr id="1889" name="Google Shape;1889;p12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4</a:t>
            </a:r>
            <a:endParaRPr/>
          </a:p>
        </p:txBody>
      </p:sp>
      <p:sp>
        <p:nvSpPr>
          <p:cNvPr id="1890" name="Google Shape;1890;p120"/>
          <p:cNvSpPr txBox="1"/>
          <p:nvPr>
            <p:ph idx="1" type="body"/>
          </p:nvPr>
        </p:nvSpPr>
        <p:spPr>
          <a:xfrm>
            <a:off x="115025" y="1448763"/>
            <a:ext cx="7156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Challenges and Lessons Learned</a:t>
            </a:r>
            <a:endParaRPr/>
          </a:p>
        </p:txBody>
      </p:sp>
      <p:sp>
        <p:nvSpPr>
          <p:cNvPr id="1891" name="Google Shape;1891;p120"/>
          <p:cNvSpPr txBox="1"/>
          <p:nvPr>
            <p:ph idx="4294967295" type="subTitle"/>
          </p:nvPr>
        </p:nvSpPr>
        <p:spPr>
          <a:xfrm>
            <a:off x="115025" y="2918650"/>
            <a:ext cx="41424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Differing project vision + scope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Conflicting code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Kairos</a:t>
            </a:r>
            <a:endParaRPr/>
          </a:p>
        </p:txBody>
      </p:sp>
      <p:sp>
        <p:nvSpPr>
          <p:cNvPr id="1897" name="Google Shape;1897;p1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4</a:t>
            </a:r>
            <a:endParaRPr/>
          </a:p>
        </p:txBody>
      </p:sp>
      <p:sp>
        <p:nvSpPr>
          <p:cNvPr id="1898" name="Google Shape;1898;p121"/>
          <p:cNvSpPr txBox="1"/>
          <p:nvPr>
            <p:ph idx="1" type="body"/>
          </p:nvPr>
        </p:nvSpPr>
        <p:spPr>
          <a:xfrm>
            <a:off x="38100" y="1471525"/>
            <a:ext cx="7156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Differing </a:t>
            </a:r>
            <a:r>
              <a:rPr lang="en"/>
              <a:t>Project</a:t>
            </a:r>
            <a:r>
              <a:rPr lang="en"/>
              <a:t> Vision</a:t>
            </a:r>
            <a:endParaRPr/>
          </a:p>
        </p:txBody>
      </p:sp>
      <p:sp>
        <p:nvSpPr>
          <p:cNvPr id="1899" name="Google Shape;1899;p121"/>
          <p:cNvSpPr txBox="1"/>
          <p:nvPr>
            <p:ph idx="4294967295" type="subTitle"/>
          </p:nvPr>
        </p:nvSpPr>
        <p:spPr>
          <a:xfrm>
            <a:off x="115025" y="2694800"/>
            <a:ext cx="4142400" cy="20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ra Light"/>
              <a:buChar char="●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Differing ideas of what MVP should look like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ra Light"/>
              <a:buChar char="●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Different views on how event scheduling should look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ra Light"/>
              <a:buChar char="●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Planning meetings and visuals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ra Light"/>
              <a:buChar char="●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Importance of </a:t>
            </a: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planning</a:t>
            </a: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 and outlining prior to development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1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Kairos</a:t>
            </a:r>
            <a:endParaRPr/>
          </a:p>
        </p:txBody>
      </p:sp>
      <p:sp>
        <p:nvSpPr>
          <p:cNvPr id="1905" name="Google Shape;1905;p1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4</a:t>
            </a:r>
            <a:endParaRPr/>
          </a:p>
        </p:txBody>
      </p:sp>
      <p:sp>
        <p:nvSpPr>
          <p:cNvPr id="1906" name="Google Shape;1906;p122"/>
          <p:cNvSpPr txBox="1"/>
          <p:nvPr>
            <p:ph idx="1" type="body"/>
          </p:nvPr>
        </p:nvSpPr>
        <p:spPr>
          <a:xfrm>
            <a:off x="115025" y="1336900"/>
            <a:ext cx="71568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Conflicting Code</a:t>
            </a:r>
            <a:endParaRPr/>
          </a:p>
        </p:txBody>
      </p:sp>
      <p:sp>
        <p:nvSpPr>
          <p:cNvPr id="1907" name="Google Shape;1907;p122"/>
          <p:cNvSpPr txBox="1"/>
          <p:nvPr>
            <p:ph idx="4294967295" type="subTitle"/>
          </p:nvPr>
        </p:nvSpPr>
        <p:spPr>
          <a:xfrm>
            <a:off x="115025" y="2254957"/>
            <a:ext cx="4142400" cy="218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ra Light"/>
              <a:buChar char="●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Merge conflicts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ra Light"/>
              <a:buChar char="●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Clear communication and teamwork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ra Light"/>
              <a:buChar char="●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Helped to deal with blockers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ra Light"/>
              <a:buChar char="●"/>
            </a:pPr>
            <a:r>
              <a:rPr lang="en" sz="1600">
                <a:latin typeface="Sora Light"/>
                <a:ea typeface="Sora Light"/>
                <a:cs typeface="Sora Light"/>
                <a:sym typeface="Sora Light"/>
              </a:rPr>
              <a:t>Importance of mutually exclusive tasks during sprint planning</a:t>
            </a:r>
            <a:endParaRPr sz="1600"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23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913" name="Google Shape;1913;p123"/>
          <p:cNvSpPr txBox="1"/>
          <p:nvPr/>
        </p:nvSpPr>
        <p:spPr>
          <a:xfrm>
            <a:off x="3669900" y="3797475"/>
            <a:ext cx="180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Any Questions?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